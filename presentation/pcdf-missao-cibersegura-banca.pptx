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801b4e2ec4289" /><Relationship Type="http://schemas.openxmlformats.org/officeDocument/2006/relationships/extended-properties" Target="/docProps/app.xml" Id="Ra875895299f44477" /><Relationship Type="http://schemas.openxmlformats.org/officeDocument/2006/relationships/officeDocument" Target="/ppt/presentation.xml" Id="R4564741214e2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6ac005b2da4042"/>
  </p:sldMasterIdLst>
  <p:notesMasterIdLst>
    <p:notesMasterId xmlns:r="http://schemas.openxmlformats.org/officeDocument/2006/relationships" r:id="Rb3d7142aba404961"/>
  </p:notesMasterIdLst>
  <p:sldIdLst>
    <p:sldId xmlns:r="http://schemas.openxmlformats.org/officeDocument/2006/relationships" id="256" r:id="R7770bf7a25f0466e"/>
    <p:sldId xmlns:r="http://schemas.openxmlformats.org/officeDocument/2006/relationships" id="257" r:id="Raaa04c21fe7941dd"/>
    <p:sldId xmlns:r="http://schemas.openxmlformats.org/officeDocument/2006/relationships" id="258" r:id="R4616fce2aa97454d"/>
    <p:sldId xmlns:r="http://schemas.openxmlformats.org/officeDocument/2006/relationships" id="259" r:id="R981ec96c54984842"/>
    <p:sldId xmlns:r="http://schemas.openxmlformats.org/officeDocument/2006/relationships" id="260" r:id="Rf5b343f94bb14f15"/>
    <p:sldId xmlns:r="http://schemas.openxmlformats.org/officeDocument/2006/relationships" id="261" r:id="Rcdc5f310cf904681"/>
    <p:sldId xmlns:r="http://schemas.openxmlformats.org/officeDocument/2006/relationships" id="262" r:id="R988109a9ee754274"/>
    <p:sldId xmlns:r="http://schemas.openxmlformats.org/officeDocument/2006/relationships" id="263" r:id="R395b7f03b4714942"/>
    <p:sldId xmlns:r="http://schemas.openxmlformats.org/officeDocument/2006/relationships" id="264" r:id="R63207fe768d442f8"/>
    <p:sldId xmlns:r="http://schemas.openxmlformats.org/officeDocument/2006/relationships" id="265" r:id="R4def7e8c55f14a02"/>
    <p:sldId xmlns:r="http://schemas.openxmlformats.org/officeDocument/2006/relationships" id="266" r:id="Rd1b9c18cd8e347d8"/>
    <p:sldId xmlns:r="http://schemas.openxmlformats.org/officeDocument/2006/relationships" id="267" r:id="R9144b61773fd4d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e6b899fc94fb4" /><Relationship Type="http://schemas.openxmlformats.org/officeDocument/2006/relationships/slideMaster" Target="/ppt/slideMasters/slideMaster1.xml" Id="R286ac005b2da4042" /><Relationship Type="http://schemas.openxmlformats.org/officeDocument/2006/relationships/notesMaster" Target="/ppt/notesMasters/notesMaster1.xml" Id="Rb3d7142aba404961" /><Relationship Type="http://schemas.openxmlformats.org/officeDocument/2006/relationships/presProps" Target="/ppt/presProps.xml" Id="Rfd9a8fcddc5f4c3f" /><Relationship Type="http://schemas.openxmlformats.org/officeDocument/2006/relationships/tableStyles" Target="/ppt/tableStyles.xml" Id="Re6e4b81400014906" /><Relationship Type="http://schemas.openxmlformats.org/officeDocument/2006/relationships/slide" Target="/ppt/slides/slide1.xml" Id="R7770bf7a25f0466e" /><Relationship Type="http://schemas.openxmlformats.org/officeDocument/2006/relationships/slide" Target="/ppt/slides/slide2.xml" Id="Raaa04c21fe7941dd" /><Relationship Type="http://schemas.openxmlformats.org/officeDocument/2006/relationships/slide" Target="/ppt/slides/slide3.xml" Id="R4616fce2aa97454d" /><Relationship Type="http://schemas.openxmlformats.org/officeDocument/2006/relationships/slide" Target="/ppt/slides/slide4.xml" Id="R981ec96c54984842" /><Relationship Type="http://schemas.openxmlformats.org/officeDocument/2006/relationships/slide" Target="/ppt/slides/slide5.xml" Id="Rf5b343f94bb14f15" /><Relationship Type="http://schemas.openxmlformats.org/officeDocument/2006/relationships/slide" Target="/ppt/slides/slide6.xml" Id="Rcdc5f310cf904681" /><Relationship Type="http://schemas.openxmlformats.org/officeDocument/2006/relationships/slide" Target="/ppt/slides/slide7.xml" Id="R988109a9ee754274" /><Relationship Type="http://schemas.openxmlformats.org/officeDocument/2006/relationships/slide" Target="/ppt/slides/slide8.xml" Id="R395b7f03b4714942" /><Relationship Type="http://schemas.openxmlformats.org/officeDocument/2006/relationships/slide" Target="/ppt/slides/slide9.xml" Id="R63207fe768d442f8" /><Relationship Type="http://schemas.openxmlformats.org/officeDocument/2006/relationships/slide" Target="/ppt/slides/slide10.xml" Id="R4def7e8c55f14a02" /><Relationship Type="http://schemas.openxmlformats.org/officeDocument/2006/relationships/slide" Target="/ppt/slides/slide11.xml" Id="Rd1b9c18cd8e347d8" /><Relationship Type="http://schemas.openxmlformats.org/officeDocument/2006/relationships/slide" Target="/ppt/slides/slide12.xml" Id="R9144b61773fd4d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2fb8ff552a45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81d979197442ef" /><Relationship Type="http://schemas.openxmlformats.org/officeDocument/2006/relationships/notesMaster" Target="/ppt/notesMasters/notesMaster1.xml" Id="Rf38a243e06e34c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eaf2adc8184b59" /><Relationship Type="http://schemas.openxmlformats.org/officeDocument/2006/relationships/notesMaster" Target="/ppt/notesMasters/notesMaster1.xml" Id="Rf1690ee3cff849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07914326bb4798" /><Relationship Type="http://schemas.openxmlformats.org/officeDocument/2006/relationships/notesMaster" Target="/ppt/notesMasters/notesMaster1.xml" Id="Rae8e6974174d42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a1224115b4e43" /><Relationship Type="http://schemas.openxmlformats.org/officeDocument/2006/relationships/notesMaster" Target="/ppt/notesMasters/notesMaster1.xml" Id="R6383483ddd204b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4820ca4134be3" /><Relationship Type="http://schemas.openxmlformats.org/officeDocument/2006/relationships/notesMaster" Target="/ppt/notesMasters/notesMaster1.xml" Id="R3799f480102d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0f13953bb740b3" /><Relationship Type="http://schemas.openxmlformats.org/officeDocument/2006/relationships/notesMaster" Target="/ppt/notesMasters/notesMaster1.xml" Id="R370f34ff03e34a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96ff79c13e4822" /><Relationship Type="http://schemas.openxmlformats.org/officeDocument/2006/relationships/notesMaster" Target="/ppt/notesMasters/notesMaster1.xml" Id="R8441bd38996842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924d527324c7d" /><Relationship Type="http://schemas.openxmlformats.org/officeDocument/2006/relationships/notesMaster" Target="/ppt/notesMasters/notesMaster1.xml" Id="Rdbb5370f681548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e9b640d9694810" /><Relationship Type="http://schemas.openxmlformats.org/officeDocument/2006/relationships/notesMaster" Target="/ppt/notesMasters/notesMaster1.xml" Id="R50f4382a974c47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2db38ff1b74126" /><Relationship Type="http://schemas.openxmlformats.org/officeDocument/2006/relationships/notesMaster" Target="/ppt/notesMasters/notesMaster1.xml" Id="R00fe1dbdbe514a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13a37e20864a2d" /><Relationship Type="http://schemas.openxmlformats.org/officeDocument/2006/relationships/notesMaster" Target="/ppt/notesMasters/notesMaster1.xml" Id="Rfa096142d7be48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33f72da8e8443b" /><Relationship Type="http://schemas.openxmlformats.org/officeDocument/2006/relationships/notesMaster" Target="/ppt/notesMasters/notesMaster1.xml" Id="R2e88bf58d50544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317bad574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06808aeac431c" /><Relationship Type="http://schemas.openxmlformats.org/officeDocument/2006/relationships/slideLayout" Target="/ppt/slideLayouts/slideLayout1.xml" Id="Ra734952bafb7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4952bafb7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0b2b82f2144d6" /><Relationship Type="http://schemas.openxmlformats.org/officeDocument/2006/relationships/image" Target="/ppt/media/image.png" Id="R1c7216f74ce14b97" /><Relationship Type="http://schemas.openxmlformats.org/officeDocument/2006/relationships/notesSlide" Target="/ppt/notesSlides/notesSlide1.xml" Id="R6d00e76685004d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9a8211cb45a1" /><Relationship Type="http://schemas.openxmlformats.org/officeDocument/2006/relationships/notesSlide" Target="/ppt/notesSlides/notesSlide2.xml" Id="Re369103da56d4f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5e647ad874eaa" /><Relationship Type="http://schemas.openxmlformats.org/officeDocument/2006/relationships/notesSlide" Target="/ppt/notesSlides/notesSlide3.xml" Id="R2ac060a55de042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db68702e44965" /><Relationship Type="http://schemas.openxmlformats.org/officeDocument/2006/relationships/notesSlide" Target="/ppt/notesSlides/notesSlide4.xml" Id="R77b197444276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d3f9026ae4888" /><Relationship Type="http://schemas.openxmlformats.org/officeDocument/2006/relationships/image" Target="/ppt/media/image2.png" Id="R8627bbe304f343e1" /><Relationship Type="http://schemas.openxmlformats.org/officeDocument/2006/relationships/notesSlide" Target="/ppt/notesSlides/notesSlide5.xml" Id="R6f5fbb976c554f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0d078ea44ef1" /><Relationship Type="http://schemas.openxmlformats.org/officeDocument/2006/relationships/notesSlide" Target="/ppt/notesSlides/notesSlide6.xml" Id="R2ecd80210689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5b9a0beb1489d" /><Relationship Type="http://schemas.openxmlformats.org/officeDocument/2006/relationships/notesSlide" Target="/ppt/notesSlides/notesSlide7.xml" Id="R4ee50d1f419c4a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db5cb49df4111" /><Relationship Type="http://schemas.openxmlformats.org/officeDocument/2006/relationships/notesSlide" Target="/ppt/notesSlides/notesSlide8.xml" Id="Ra9887a6705b444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3932982ea48a6" /><Relationship Type="http://schemas.openxmlformats.org/officeDocument/2006/relationships/notesSlide" Target="/ppt/notesSlides/notesSlide9.xml" Id="Rce475f03559b45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1876faf334eac" /><Relationship Type="http://schemas.openxmlformats.org/officeDocument/2006/relationships/notesSlide" Target="/ppt/notesSlides/notesSlide10.xml" Id="Ra2ff3652eb8d45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969c3c1e140b0" /><Relationship Type="http://schemas.openxmlformats.org/officeDocument/2006/relationships/notesSlide" Target="/ppt/notesSlides/notesSlide11.xml" Id="R6a06fb12db4c48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90a2078924dc2" /><Relationship Type="http://schemas.openxmlformats.org/officeDocument/2006/relationships/notesSlide" Target="/ppt/notesSlides/notesSlide12.xml" Id="R525a5049487f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216f74ce14b97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95E8D-597F-4FF3-B5A7-3A7DA64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619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F50A9-CD57-437D-91CD-48FD84D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C3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PROJETO ACADEMICO - NAO OFICIAL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A37F0-337F-4649-912F-E427337D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PCDF: MISSAO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CIBERSEGURA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D24F9-1B3A-439B-AE2D-06A07E09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Aprender a parar, verificar, preservar e pedir ajuda.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179D0-ABD8-4060-8FEF-9154E90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Jogo educativo em C + raylib para adolescentes conectados - Internet.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4BDFE-2FC9-45F3-9E1B-8500B19A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Banca academica - 2026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7AFA6-DE1F-4A85-B425-935988BF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Captura gerada pelo executavel - sem uso de logotipo oficial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90B9B-3CBB-47B2-AB9B-AD071720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1718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00105-A731-4A2C-AFA4-2B517BF3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6EF98-44CB-46E7-B908-DDB96772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O risco chega disfarcado de rotina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B597D-19A6-45FB-95CD-B593799C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Urgencia, confianca e pressao social comprimem o tempo de decisao.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72893-84EB-4E1C-BD3A-2944B32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76CD4-264A-4BBF-B3AD-5E3DB69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12-17 anos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5247-8ABB-4748-8C31-25808D9A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Publico principal, com niveis diferentes de leitura, experiencia e acesso.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5815E-3C32-4DD3-897E-CD9DA69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B04F0-6B4F-4743-9AA2-B01F4EA2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HIPOTESE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E4C57-8A59-480E-A9B6-BE15C911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Pratica + feedback contextual melhoram reconhecimento quando comparados - exposicao passiva.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537FD-9141-488B-9469-B40592B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F495F-FED2-4DD4-B421-7C6BAA8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PRINCIPIO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F1D1B-CC92-4C63-9AFB-4829A55D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Prevencao sem culpa: o crime - responsabilidade de quem o pratica.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28ADC-BB0F-45B4-89E9-5D09987F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1A226-A30F-4B04-BD9A-49BEEDA6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Job to be 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027EE-4BA2-4DA8-A4AE-15FD3B21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-Quando algo estranho surgir online, quero reconhecer o sinal e saber meu proximo passo.-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54003-2CDB-4360-9505-85E6C83E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E30F6-A4C2-4C50-81CB-FF077EA2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0862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3BFC67-C1E8-4CC7-AF07-F6158475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398C2-966F-4534-8127-B69FF110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Uma missao curta transforma orientacao em 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A9AE7-5A12-4014-A74E-335883E6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O mundo pausa na dica: leitura faz parte da meta, nao - decoracao.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B7AF8-A37F-4F57-97B2-D011342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097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5971-7732-49C4-B965-E31B51E0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5EBB4-196F-4C0A-8892-852865B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EXPLORAR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0729A-FC51-4625-85C5-F4B3FF32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Brasilia cartunesca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295C3-A773-4C88-BFC9-0F4D87C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A2E24-4DCF-4EF2-B490-11829EA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8097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4C628-3A72-46DB-95D8-D7B5C30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62BA-FBA7-4D82-AB0E-786F1DB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IDENTIFICAR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F0149-7FDF-4C11-ACCA-B0D0C2C2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Sinal de risco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8FC55-5437-4945-B94B-BE9313D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C9346-BAAC-4CC8-B67F-01219D72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8097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EED63-B0D7-4D32-B8F0-AFFA669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68FEA-B6BD-43C4-AF27-F96234CB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95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ESCANEAR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E3A84-BFB7-4F79-AA77-478EB13F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Conter sem armas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41AE3-C8D2-41D9-83FF-810FAE9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1ED7F-6C1C-4159-A924-FFA2EE8F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097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28570-80F7-4022-8F05-121024C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E3EDB-3DBB-41C7-B213-09EFAFD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95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APRENDER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F1BD7-AF26-4EC8-8A44-FF2CF7B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Tres acoes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E450A-B9F9-417A-AF6F-C397FC06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CD7C1-557F-4B5E-BDEE-876C0A4A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8097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9F91D-7E29-4276-A331-CB4C0C3A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C3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CB32C-AF25-4844-994E-95E0C509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95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CONCLUIR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FB782-B20E-4A84-A225-B08A6D5F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Protocolo 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B42183-AEA2-45EB-8FDC-5A06A97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Meta: investigar 12 ocorrencias, ler cada orientacao e chegar - sintese final.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9275F-D945-4DB0-9B48-260FB35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C76D1-1116-4004-9D32-64625866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0070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1E15A-4F58-4D77-A5B7-3AC3CA5E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CONTEUDO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B9693-BAF7-415A-84CF-2ACDAAFB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Sete categorias - uma linguagem visual por risco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3D6EE-BFFF-4E9B-A5B9-95DA0806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Cada encontro ensina reconhecimento, prevencao e preservacao de evidencias.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67ADB-7100-42CE-9F71-33373CA3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0066D-0A63-4F14-97CA-C677812E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PHISHING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4FA02-77C4-42F1-84D6-EB8C2B6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remetente -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F18F3-E514-49D6-8734-0A54AB22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4787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E7E8D-25C0-4CC9-94D2-D16FCDBE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MALWARE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46938-7BCB-467F-8790-02673E27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032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arquivo - atualizacao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660DA-ED6B-4892-8043-40EBB44F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1A39C-5A0F-45A1-B9C1-4A3583FE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19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PERFIL FALSO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30E69-8236-4C97-8863-1EF89938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verificar por outro canal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970B-356B-4FF9-ACE7-007D296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16E6D-E370-4E44-99EB-B7240F8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19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RANSOMWARE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59386-DC29-491C-9D2F-5D29FA8B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backup - isolar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90FC1-3591-45BE-93BA-459A5D43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1DA07-95A2-4195-A091-B4633666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PAGAMENTO / QR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9F0DF-8249-4C5D-8671-F2539A3F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81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destinatario - pressao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7B46D-2CAB-4281-AB1D-32495321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323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A9BAE-6E52-4275-AF9B-51D89B98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2907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VIOLENCIA DIGITAL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28637-2D78-4163-9D17-A60B20A8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281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bloquear - apoio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EBC38-C55A-4A04-B32F-2CC127C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323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F6003-7ECB-4DE0-ACB1-F4F3832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INVASAO DE CONTA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1DDED-1F7E-412C-B6C8-4072564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281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senha - 2 etapas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E2138-C6B5-4C74-BE57-80B38564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18C2E-9B31-464B-B400-F50E9922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9413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F2F67-6FF7-4BE9-8FA8-1FF80F96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GAMEPLAY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3C47-597A-4EBF-A765-2C2890A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O estado educativo esta visivel o tempo 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9E9E9-6CD1-485E-A744-C9463D27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Protecao, progresso e controles dividem o mesmo quadro da investigacao.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7bbe304f343e1"/>
          <a:stretch xmlns:a="http://schemas.openxmlformats.org/drawingml/2006/main"/>
        </p:blipFill>
        <p:spPr>
          <a:xfrm xmlns:a="http://schemas.openxmlformats.org/drawingml/2006/main">
            <a:off x="686858" y="1952625"/>
            <a:ext cx="8094133" cy="4552950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A3DDC-74C0-4FE9-803A-71D151A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24098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972AF-3250-48DA-A715-5D4BF3D0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19325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HUD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0D5CB-46DC-4AAC-AB7E-C8B3743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00325"/>
            <a:ext cx="1990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Protecao 100%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Progresso 0/12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Controles persistentes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4B3E0-8FA1-4B3B-9680-9FDAD66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19500"/>
            <a:ext cx="24098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3BC58-F530-42B5-A157-F355AA0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909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MUNDO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78A80-4CB0-4F44-90E3-4131C47E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71950"/>
            <a:ext cx="1990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Base Ciber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Ipes e escola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Dados corrompidos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4BF21-BEE4-4ED8-B04A-2865841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91125"/>
            <a:ext cx="24098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3475F-A869-4C1B-BA34-75F599B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362575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C65CD-02C7-400D-93DC-4647DA2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7435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Nome do risco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Forma + cor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Scanner nao violento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57DDD-FAAF-49E0-9071-320E850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Captura real do prototipo - resolucao 1280x720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94DC5-F932-4599-8350-FF954D97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479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BE9BAC-8F01-4E16-A030-262A8587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1EB13-472D-4C5E-873C-45E9901A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O main inicia; os modulos explicam 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49864-C6ED-4A6D-BD83-93B31B50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Responsabilidades pequenas reduzem acoplamento e tornam revisao possivel.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5E9D4-BA68-40C5-B86A-29342667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905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F57BA-12B4-406B-B4C1-AEC29B20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0B6D6-4AD8-4029-B212-8517A489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janela + ciclo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FE48-DE37-45CD-9229-F118C9FC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905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29CD6-FFE1-4203-BBBD-7865CB1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050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JOGO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C9458-05B3-40EF-8621-1C7AAB76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60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estado + regras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74C61-B8BC-4EE1-8D6D-35FFA4B6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1905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AB713-8084-4638-97A4-AA3EAA39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40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MAPA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5A330-5F4E-45A2-BE88-5FDF2B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050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tile + fisica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9A940-D3AB-476F-96E1-C196BA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1905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83C97-6F33-4CDB-9F41-DACFD2A0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718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AMEACAS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62A99-D1DF-4B56-B6E7-98FB01F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528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IA + desenho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AD776-BD08-4380-96D1-EEDA376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905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5A875-EDA4-429C-B3A2-7D4E6CA8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240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0D060-BDBF-416E-833F-64480FC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telas + HUD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EABFE-8717-4C0D-AF7B-C90A2556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1905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BC20F-F53C-41F9-8A62-D655E5D3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718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SAVE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73B2D-82B8-45CD-BD2A-BFA39E9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persistencia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2A76F-AF54-4E0F-9A9E-D4282853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A8ABD-7D84-4444-B4D7-DEC4F30D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E7381-5F11-4E84-8556-E174981A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3BBAB-C255-4039-973F-9FA01A2F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33875"/>
            <a:ext cx="7048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FD4F2-8CFA-411D-9149-CA884384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2437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include/config.h + tipos.h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06A61-7731-473C-8AFD-95A2173F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Contratos compartilhados - sem backend - sem IA em 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E00424-5906-416A-A6A1-FBDC41D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ADC7D-C9C6-4062-9462-98245670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49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14F2E-25A6-42EC-9ED3-702A3BF6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UX/UI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74A60-FB51-4234-A1E5-84CC0233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Material Design adaptado ao jogo - sem perder a voz pixel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27D60-8178-42F7-8447-C92E4367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Hierarquia, feedback, consistencia e acessibilidade orientam o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9136F-0D52-4922-939C-A473AE6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F3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CDA05-F7CD-44F1-AE57-83FEECF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NAVY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489BF-D6D6-4E46-883B-84AC6B17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A5ABA-6509-4450-9F26-B2151B87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BLUE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C6BCE-A6B7-4F76-95A5-4037005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7D4C2-0578-4066-8E2F-9DB96E0B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CYAN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C6B56-4825-4110-9561-DC5C655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C32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E799E-2DBF-4665-8FE4-1A3B5166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ALERTA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B0109-50B8-4E98-A6F0-4D816E6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736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92290-640B-4D4D-804E-B5B87379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RISCO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48994-0C7D-4B69-8349-EB9BDAB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6B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C2443-341E-457E-8DE0-753227C7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CEU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A842E-141D-4B36-9239-8722785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3810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06C60-CB78-470B-9F97-1D6C09E4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193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ACESSIBILIDADE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F952F-C372-4D43-9BD5-F0D81580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0325"/>
            <a:ext cx="339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Teclado completo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Cor + forma + texto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Leitura sem cronometro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WCAG 2.2 AA na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B98E4-F662-41F9-ADF3-E6D8C5B7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333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FD021-AF39-4253-B29C-C148A0D3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TOM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93E8C-4EA0-4B6F-AC7F-21294E4C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2914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Claro - nao culpabilizante - acionavel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94C6C-D59C-4CB7-B7B1-284F37D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3333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14368-2C1E-4889-A1FE-9C756703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053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344A9-D8D0-45B2-BF0D-6EBE0C5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86325"/>
            <a:ext cx="2914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Remapeamento - alto contraste - menos movimento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11290-89BA-4B11-B32C-9E5A4466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33875"/>
            <a:ext cx="3333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F6B86-99E3-4906-ADF8-D256537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PESQUISA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B3870-681C-4BEC-A841-9258DD50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6325"/>
            <a:ext cx="2914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5-8 testes moderados + SUS + compreensao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9BECE-2054-4F23-B1D4-D6BA565D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2FE14-E3FD-48A4-82CC-5FF7ED27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0713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79C85-84EA-40D9-89B9-08BDCAC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SEGURANCA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71BCE-C61F-43FF-9759-6D5DC5E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A melhor coleta de dados do MVP - nenhuma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2F5FA-2B52-4603-AEE4-7C3807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Sem login, backend ou telemetria: menos custo, risco e obrigacao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E0ED3-C17A-4BCA-B443-5508C473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8D248-D856-4757-AF3A-9822655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0EB5A-5068-4B8B-B023-ED9E315F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24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MFA +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29432-6917-4E2B-AE51-660E8E9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38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86BEF-674E-46C1-BA9A-BA10255A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3362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47E19-CFBC-480D-8C0F-C2F9E36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89BC6-ABF9-4376-8FD0-88A8EAB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24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build + analise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DB5E9-63DE-4FDF-A56D-89302BA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38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40B15-DD08-4EBA-A612-21FED772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F5737-8213-493A-8F9E-25EAAF3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24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ARTEFATO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30929-5772-4B9D-AB0E-5BA7143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24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hash + SBOM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3ACC2-9E84-4CE5-8050-919C9B93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38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F1394-362F-4A30-BA9B-136E63E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86A86-EEC3-49F1-831E-32EE3EEC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CDN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743D2-754C-40D3-8E9F-8CBC306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24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TLS + CSP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0AF00-9862-410C-8E8E-AF3A7E3A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38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7041A-3B4A-4A63-B589-04647AD1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2780D-47A4-4F91-BF91-8B3F73E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24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NAVEGADOR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27281-319F-4F7D-8E0C-41895574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24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save local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30241-7ED7-4AFE-9C6F-D101C32E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911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42881-D29D-4DBC-9D04-081CA16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GATES DE GO-LIVE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98B61-3CB7-434B-9AFC-633073F8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7720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Conteudo revisado - zero critico/alto - rollback testado - privacidade aprovada antes de pesquisa.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1CFB0-1FCE-4306-83B6-226B1BAD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05250"/>
            <a:ext cx="51911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9C24C-12DA-4286-B883-687FBAF4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7670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MENORES DE IDADE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EDD75-5129-46ED-BE61-C741B2B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57700"/>
            <a:ext cx="47720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Sem relatos reais no jogo. Consentimento, assentimento e RIPD sao gates de um piloto com dados.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DA738-1B62-4697-B91C-335F600C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FE740-041B-48B7-98EF-C86F02D6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4562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BF347-ACC4-4EB1-91FC-569B0DD6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8D3F6-B716-41C9-9BBE-CCEDC2E6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Aceite verificavel conecta objetivo, codigo e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03539-E313-43CB-86E6-1F24F01C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5W2H, stakeholders, RF/RNF e custos deixam as suposicoes explicitas.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1F454-8745-4819-AC9F-F8DAC630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F9E46-B64E-4B88-AB7B-9AFD786B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B7C64-80D2-40B2-ABFC-B9D99B09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ocorrencias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43D5E-9877-4ADA-A2AD-7675093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E43A0-6D74-4370-876D-0626C397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D2274-E6E7-41FC-A936-CDE6E70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categorias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10B5E-01A3-4ED3-B64A-2FE97BB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197E8-E879-4CF7-B509-A9F785D6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3BB75-B387-4FF6-8A97-7A93F04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FPS alvo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B47C8-EA44-4C7D-9167-B4442DE5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7199A-706A-4953-B517-745A7E41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B020C-DEA6-4293-BF68-CA58E39B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dados pessoais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5D708-EBE7-4C14-946F-D5D1346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B7D8-8A14-4D85-A9C7-626E9439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CUSTO COMPUTACIONAL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85CCB-EE10-4F3B-866D-9C24AA51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Tilemap 120x22 - ate 12 ameacas - primitivas 2D - save &lt; 10 KB - rede zero no desktop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F44F4-9CBB-4329-97A5-E919A047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Maior investimento: revisao de conteudo, pesquisa, acessibilidade e seguranca.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11CA8-5EF4-4EA7-B2EB-589AC5D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C6524-9912-43B7-9499-ED98A282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5526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C471F-4EA4-4210-86EB-6BB99E88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2E3CE-EB68-4BD5-A101-BAE045D3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Portar para WebAssembly sem inventar um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C02F0-A627-4D4A-85D3-1287A46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Pacote estatico + CDN atende a demonstracao e preserva privacidade.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DC257-987A-4006-BD9C-04A43EB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876B7-287F-416D-9DEC-E804DB1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95680-F66C-43F0-AA83-88F0FDD4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codigo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8D0A6-AAC1-4FE6-9E1E-C1796D78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D16BD-D766-4ED7-BDFC-070D87EF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CC36D-5447-499A-8BBA-63C737B4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07ADA-97AF-4377-BC11-CFD7261C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C + WASM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FFF55-38EC-4623-82D6-20DDC9E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05F2-8147-475B-9263-44365BB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291A0-E448-40CF-8EA9-38100B6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288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STAGING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79A36-89D6-4328-B0D4-804A0867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4945A-43A7-4DD2-80BC-B8D6ABE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5EBA0-0330-42EE-B435-A14F46AF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0BD51-C7AE-4B6E-9411-1F928A5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APROVACAO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A205C-3C0D-49C9-B26D-E72D17DC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194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18947-B852-4B3A-BEFB-174BD57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F67F6-D397-4461-8481-708C1753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9CE21-6F69-4764-ADF6-93E587A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288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CDN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3A43C-E5E0-4821-B1A1-A274EFE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producao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5518B-C9A6-4C38-A7E1-CA25AB0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2A7A7-A742-4DA7-98E4-6F496DE7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5DF1F-3079-4011-BACB-859E994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GitHub Pages ou Cloudflare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09425-0536-4271-BE07-FA0B6DEE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1ABEB-9419-4F30-95AF-5C824AE0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290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CLIENTE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960DF-A1DA-480E-A8F8-7AE3D09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100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Storage + CDN do provedor adotado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BB00A-4AAE-41D4-8EA4-ACB03AD1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57625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4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EDBE5-4412-4720-BB15-028EF70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290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364F"/>
                </a:solidFill>
                <a:latin typeface="Aptos Display"/>
                <a:ea typeface="Aptos Display"/>
                <a:cs typeface="Aptos Display"/>
              </a:rPr>
              <a:t>SLO INICIAL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2869C-0112-429A-8677-DE56827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00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99,5% mensal - RTO 4h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01C20-B893-446C-B352-61DA429A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Gap atual: adaptar loop, save e shell HTML; testar MIME, CSP e navegadores.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5F10B-DE70-46AC-A229-66FDA7FB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A9865-051E-4CFA-9093-BC18FF8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0665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76CF6-99CF-464E-891F-950BF97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GESTAO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5BD42-A8B1-43A6-A916-2D04B152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GitHub transforma o prototipo em trabalho auditavel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D5056-F7CB-4C5D-880C-7FEB2C9C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Kanban, marcos, issues e Definition of Done sustentam a evolucao.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9D5EE-2BFE-4EC6-850C-F1FE96A5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81E39-6E43-4AB1-9315-964AFBE5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BACKLOG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ACD80-42C8-4965-9930-C57F8E1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955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D57E1-7B3B-4677-84EC-64267818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7E25E-189A-4962-83C1-017A09B7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52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PRONTO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89476-C019-476F-859C-6128E40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955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65792-E9E6-4641-B55D-528A4D5B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2EB91-AED0-43E8-A1DC-75B2DEBE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EM ANDAMENTO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37328-89F2-456E-8B95-807F571E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955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AE7C3-EDBD-403D-A7DD-EABFB5EC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8B9BF-2DEA-4897-A396-997136D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EM REVISAO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BCF20-5C33-4375-9098-34512AE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955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A5916-E983-4109-A5CC-500AD89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66C2B-6411-4EC0-A93E-6FDB76CE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52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VALIDACAO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AFAAD-89CF-48B6-BFF1-54840DE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955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9B7D6-6787-4B77-9AF9-A3D8E34D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214F8-50E2-4FF0-B6B9-DF8A3468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52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CONCLUIDO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09686-E759-4D1F-AFF4-47FE536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476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60496-9A1E-4DD6-85B5-1DD22FC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C3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5DDF9-274D-44EB-B02F-3A49A6F7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Banca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1B1D5-9224-43A9-A69A-79CC8A0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v0.3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6C778-E79F-47BA-B5E0-0919B3E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67125"/>
            <a:ext cx="2476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65CC8-5B5F-4A3E-A724-DA82B294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1E644-FE52-4C94-ACEE-848855FF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Validacao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AFB79-EF4F-4A76-9E43-6CA56549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386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v0.4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762F8-F65F-4003-8D6D-C90993E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2476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1A6C1-B4FE-4B28-999E-CBAA2FA0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D2781-05E8-4A5C-A47D-D69A58D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MVP Web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4CAD1-D2B6-4139-BF15-F6D31B5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v0.5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1D7273-9E28-4D84-8470-1B71DF17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67125"/>
            <a:ext cx="2476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E999B-E90D-41ED-B6CE-3ED478D4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39752-A522-4A1A-B2FB-D7E9B707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Piloto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53CCE-5253-44F8-B7CC-5E410177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386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v0.6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B62E6-249F-4058-8662-F7B4E75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WIP: ate 2 itens em andamento por pessoa - toda mudanca liga issue - PR - evidencia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896B12-2FEE-4789-B12A-6412EC1A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Artefatos do projeto - metas propostas, nao resultados medidos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68D310-86C2-46ED-A6B6-B56A5100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5762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7750B-265B-4791-A922-5D99A52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C3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PROXIMA DECISAO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D3FAD-2DE3-4749-8C8B-6AC1F568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Validar antes de escalar.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B856D-CF2C-48B7-B55C-77966D72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Conteudo especializado - testes com adolescentes - acessibilidade P1 - WebAssembly.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C4588-EA6E-48C5-96BF-A8363EBF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DC814-EA01-422E-A5AE-F71FE4C7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AE9F4-A049-40A2-B81A-EE90D56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Revisar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97483-7CD9-4B0D-ABFE-C0FB9EDC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sete categorias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D9E2B-730B-4313-9AFD-F2A858EC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2DBBE-6F14-4329-B975-F727E0A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0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1DE45-419B-4386-A899-2B03302F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Testar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141ED-2243-4F0D-ABEB-EEB7D51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29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5-8 sessoes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CAC18-7383-4DC3-973A-89EDE9E4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95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1D9F8-F8A6-480D-9755-68472854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E5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91895-B351-40D7-8FA5-DF024BA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Medir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D0C9A-01CA-489C-A6D8-B463A85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29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pre/pos + SUS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4DDB5-C35E-4F55-962C-F990B2D4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84877"/>
          </a:solidFill>
          <a:ln xmlns:a="http://schemas.openxmlformats.org/drawingml/2006/main" w="19050">
            <a:solidFill>
              <a:srgbClr val="2D63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B2B37-D9B1-40EC-B41A-3FCFBA46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C3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F3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F00E3-763F-409D-9A39-1D891A1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Publicar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5CC9F-2009-489C-A1C1-CD239326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29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com 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B9B6B-C1BB-4D1F-B0E8-AE880AA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C32D"/>
                </a:solidFill>
                <a:latin typeface="Aptos Display"/>
                <a:ea typeface="Aptos Display"/>
                <a:cs typeface="Aptos Display"/>
              </a:rPr>
              <a:t>IA: OpenAI Codex (GPT-5) apoiou desenvolvimento e documentacao. O jogo nao usa IA em runtime.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091EB-8D26-4BBC-A202-2D0EB8DD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Obrigado.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1E741-D283-46B9-9644-E92B9657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E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EDA"/>
                </a:solidFill>
                <a:latin typeface="Aptos"/>
                <a:ea typeface="Aptos"/>
                <a:cs typeface="Aptos"/>
              </a:rPr>
              <a:t>Projeto academico ficticio - sem afiliacao oficial com a PCDF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71356-9834-4D70-A7C5-4CA0D28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E5C1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1542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2026-06-18T20:28:15.3840000Z</dcterms:created>
  <dcterms:modified xsi:type="dcterms:W3CDTF">2026-06-18T20:28:15.3840000Z</dcterms:modified>
</coreProperties>
</file>